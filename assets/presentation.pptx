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embeddedFontLst>
    <p:embeddedFont>
      <p:font typeface="Rubik Mono One" panose="020B0604020202020204" charset="-79"/>
      <p:regular r:id="rId6"/>
    </p:embeddedFont>
    <p:embeddedFont>
      <p:font typeface="Noto Sans Medium" panose="020B0604020202020204" charset="0"/>
      <p:regular r:id="rId7"/>
    </p:embeddedFont>
    <p:embeddedFont>
      <p:font typeface="Noto Sans Bold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Noto Sans" panose="020B0604020202020204" charset="0"/>
      <p:regular r:id="rId13"/>
    </p:embeddedFont>
    <p:embeddedFont>
      <p:font typeface="Noto Sans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6" y="-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91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Приглашаем всех желающих сотрудников на конкурс. Не нужно быть профессиональным вокалистом: это возможность показать коллегам голос, который они пока знают только по созвонам.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действия для сотрудников: отправить свою песню, послушать работы коллег и проголосовать. Приём работ идёт с 12 по 16 октября 2026 года. Адрес отправки ровно example.com. Голосование проходит с 19 по 23 октября. На внутреннем сайте появятся только материалы, прошедшие модерацию.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октября 2026 года объявим победителя, результаты будут на странице конкурса. Приз персональный: статуэтку создадут по внешности победителя, а на пластинке будет обложка его победившего трека. Изображение на слайде является макетом-заполнителем, который нужно заменить фотографией приза.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62293"/>
            <a:ext cx="589265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28" dirty="0">
                <a:solidFill>
                  <a:srgbClr val="1F6FD1"/>
                </a:solidFill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КОНКУРС ДЛЯ СОТРУДНИКОВ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9585" y="1034697"/>
            <a:ext cx="5587860" cy="1755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en-US" sz="48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ТАК ДАВАЙТЕ</a:t>
            </a:r>
          </a:p>
          <a:p>
            <a:pPr indent="0">
              <a:lnSpc>
                <a:spcPct val="80000"/>
              </a:lnSpc>
              <a:buNone/>
            </a:pPr>
            <a:r>
              <a:rPr lang="en-US" sz="48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ЖЕ ПЕТЬ!</a:t>
            </a:r>
          </a:p>
        </p:txBody>
      </p:sp>
      <p:sp>
        <p:nvSpPr>
          <p:cNvPr id="4" name="Text 2"/>
          <p:cNvSpPr/>
          <p:nvPr/>
        </p:nvSpPr>
        <p:spPr>
          <a:xfrm>
            <a:off x="609585" y="2969915"/>
            <a:ext cx="558786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F6FD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Покажите голос, который обычно слышен только на созвонах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585" y="3873202"/>
            <a:ext cx="1843934" cy="57150"/>
          </a:xfrm>
          <a:prstGeom prst="roundRect">
            <a:avLst>
              <a:gd name="adj" fmla="val 49999"/>
            </a:avLst>
          </a:prstGeom>
          <a:solidFill>
            <a:srgbClr val="D41E3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193877"/>
            <a:ext cx="5587860" cy="1440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Участвовать может любой желающий сотрудник. Профессиональный вокал не нужен.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Возможно, будущая звезда сидит в соседнем отделе.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5883771"/>
            <a:ext cx="55878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100" spc="13" dirty="0">
                <a:solidFill>
                  <a:srgbClr val="44444F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Конкурс на лучшего певца или певицу от Департамента отдыха и культурного просвещения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634" y="381000"/>
            <a:ext cx="5232269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367"/>
            <a:ext cx="10972526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0000"/>
              </a:lnSpc>
            </a:pPr>
            <a:r>
              <a:rPr lang="en-US" sz="36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ТРИ ШАГА ДО СЦЕНЫ</a:t>
            </a:r>
          </a:p>
        </p:txBody>
      </p:sp>
      <p:sp>
        <p:nvSpPr>
          <p:cNvPr id="3" name="Text 1"/>
          <p:cNvSpPr/>
          <p:nvPr/>
        </p:nvSpPr>
        <p:spPr>
          <a:xfrm>
            <a:off x="609585" y="1415177"/>
            <a:ext cx="11582110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Отправьте песню, послушайте коллег, проголосуйте.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2116237"/>
            <a:ext cx="5257668" cy="3826371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116237"/>
            <a:ext cx="5257668" cy="38100"/>
          </a:xfrm>
          <a:prstGeom prst="rect">
            <a:avLst/>
          </a:prstGeom>
          <a:solidFill>
            <a:srgbClr val="1F6FD1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469741"/>
            <a:ext cx="4800480" cy="52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ct val="80000"/>
              </a:lnSpc>
              <a:buNone/>
            </a:pPr>
            <a:r>
              <a:rPr lang="en-US" sz="36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12–16</a:t>
            </a:r>
          </a:p>
        </p:txBody>
      </p:sp>
      <p:sp>
        <p:nvSpPr>
          <p:cNvPr id="7" name="Text 5"/>
          <p:cNvSpPr/>
          <p:nvPr/>
        </p:nvSpPr>
        <p:spPr>
          <a:xfrm>
            <a:off x="838179" y="3188514"/>
            <a:ext cx="502907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28" dirty="0">
                <a:solidFill>
                  <a:srgbClr val="111111"/>
                </a:solidFill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ОКТЯБРЯ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8179" y="3490119"/>
            <a:ext cx="480048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Приём работ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38179" y="3987006"/>
            <a:ext cx="4800480" cy="136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Отправьте песню на </a:t>
            </a:r>
            <a:r>
              <a:rPr lang="en-US" sz="1800" b="1" dirty="0">
                <a:solidFill>
                  <a:srgbClr val="111111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example.com</a:t>
            </a: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Приложите название трека и обложку.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Музыкальный клип по желанию. Все материалы проходят модерацию.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4442" y="2116237"/>
            <a:ext cx="5257668" cy="3826371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24442" y="2116237"/>
            <a:ext cx="5257668" cy="38100"/>
          </a:xfrm>
          <a:prstGeom prst="rect">
            <a:avLst/>
          </a:prstGeom>
          <a:solidFill>
            <a:srgbClr val="1F6FD1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36" y="2469741"/>
            <a:ext cx="4800480" cy="522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0000"/>
              </a:lnSpc>
            </a:pPr>
            <a:r>
              <a:rPr lang="en-US" sz="36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19–23</a:t>
            </a:r>
          </a:p>
        </p:txBody>
      </p:sp>
      <p:sp>
        <p:nvSpPr>
          <p:cNvPr id="13" name="Text 11"/>
          <p:cNvSpPr/>
          <p:nvPr/>
        </p:nvSpPr>
        <p:spPr>
          <a:xfrm>
            <a:off x="6553036" y="3188514"/>
            <a:ext cx="502907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00" kern="100" spc="28" dirty="0">
                <a:solidFill>
                  <a:srgbClr val="111111"/>
                </a:solidFill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ОКТЯБРЯ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53036" y="3490119"/>
            <a:ext cx="480048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Голосование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53036" y="3987006"/>
            <a:ext cx="4800480" cy="167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Песни и клипы, прошедшие модерацию, появятся в разделе конкурса на внутреннем сайте.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Слушайте и голосуйте за понравившегося исполнителя.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79947" y="6445151"/>
            <a:ext cx="411748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9814"/>
            <a:ext cx="10972526" cy="926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6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26 ОКТЯБРЯ УЗНАЕМ,</a:t>
            </a:r>
          </a:p>
          <a:p>
            <a:pPr indent="0">
              <a:lnSpc>
                <a:spcPct val="90000"/>
              </a:lnSpc>
              <a:buNone/>
            </a:pPr>
            <a:r>
              <a:rPr lang="en-US" sz="3600" b="1" dirty="0">
                <a:ln w="19050">
                  <a:solidFill>
                    <a:srgbClr val="7030A0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КТО ПОБЕДИЛ</a:t>
            </a:r>
          </a:p>
        </p:txBody>
      </p:sp>
      <p:sp>
        <p:nvSpPr>
          <p:cNvPr id="3" name="Shape 1"/>
          <p:cNvSpPr/>
          <p:nvPr/>
        </p:nvSpPr>
        <p:spPr>
          <a:xfrm>
            <a:off x="609585" y="1663105"/>
            <a:ext cx="4206075" cy="4686895"/>
          </a:xfrm>
          <a:prstGeom prst="rect">
            <a:avLst/>
          </a:prstGeom>
          <a:solidFill>
            <a:srgbClr val="F6F5F2"/>
          </a:solidFill>
          <a:ln/>
        </p:spPr>
      </p:sp>
      <p:sp>
        <p:nvSpPr>
          <p:cNvPr id="5" name="Text 2"/>
          <p:cNvSpPr/>
          <p:nvPr/>
        </p:nvSpPr>
        <p:spPr>
          <a:xfrm>
            <a:off x="812780" y="5731272"/>
            <a:ext cx="37996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72749" y="1866305"/>
            <a:ext cx="2881637" cy="429716"/>
          </a:xfrm>
          <a:custGeom>
            <a:avLst/>
            <a:gdLst/>
            <a:ahLst/>
            <a:cxnLst/>
            <a:rect l="l" t="t" r="r" b="b"/>
            <a:pathLst>
              <a:path w="2881637" h="429716">
                <a:moveTo>
                  <a:pt x="214853" y="0"/>
                </a:moveTo>
                <a:lnTo>
                  <a:pt x="2675379" y="0"/>
                </a:lnTo>
                <a:arcTo wR="206259" hR="206264" stAng="16200000" swAng="5400000"/>
                <a:lnTo>
                  <a:pt x="2881637" y="214858"/>
                </a:lnTo>
                <a:arcTo wR="214853" hR="214858" stAng="0" swAng="5400000"/>
                <a:lnTo>
                  <a:pt x="193368" y="429716"/>
                </a:lnTo>
                <a:arcTo wR="193368" hR="193372" stAng="5400000" swAng="5400000"/>
                <a:lnTo>
                  <a:pt x="0" y="214858"/>
                </a:lnTo>
                <a:arcTo wR="214853" hR="214858" stAng="10800000" swAng="5400000"/>
                <a:close/>
              </a:path>
            </a:pathLst>
          </a:custGeom>
          <a:noFill/>
          <a:ln w="44449">
            <a:solidFill>
              <a:srgbClr val="D41E3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20393" y="1993813"/>
            <a:ext cx="2995934" cy="201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kern="100" spc="29" dirty="0">
                <a:solidFill>
                  <a:srgbClr val="111111"/>
                </a:solidFill>
                <a:latin typeface="Rubik Mono One" pitchFamily="34" charset="0"/>
                <a:ea typeface="Rubik Mono One" pitchFamily="34" charset="-122"/>
                <a:cs typeface="Rubik Mono One" pitchFamily="34" charset="-120"/>
              </a:rPr>
              <a:t>26 ОКТЯБРЯ 2026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72749" y="2442706"/>
            <a:ext cx="63093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Объявим победителя. Результаты на странице конкурса.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72749" y="2961779"/>
            <a:ext cx="630936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Главный приз будет похож на вас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72749" y="3458666"/>
            <a:ext cx="6309361" cy="1367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Персональная статуэтка победителя с пластинкой, на которой обложка его победившего трека.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Статуэтку создают специально для победителя, по его внешности.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272749" y="5076230"/>
            <a:ext cx="2082053" cy="57150"/>
          </a:xfrm>
          <a:prstGeom prst="roundRect">
            <a:avLst>
              <a:gd name="adj" fmla="val 49999"/>
            </a:avLst>
          </a:prstGeom>
          <a:solidFill>
            <a:srgbClr val="D41E36"/>
          </a:solidFill>
          <a:ln/>
        </p:spPr>
      </p:sp>
      <p:sp>
        <p:nvSpPr>
          <p:cNvPr id="12" name="Text 9"/>
          <p:cNvSpPr/>
          <p:nvPr/>
        </p:nvSpPr>
        <p:spPr>
          <a:xfrm>
            <a:off x="5272749" y="5340072"/>
            <a:ext cx="6309361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Участвуйте сами и поддержите коллег голосом.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779947" y="6445151"/>
            <a:ext cx="411748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250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68" y="1866306"/>
            <a:ext cx="3367244" cy="42075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290</Words>
  <Application>Microsoft Office PowerPoint</Application>
  <PresentationFormat>Широкоэкранный</PresentationFormat>
  <Paragraphs>35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1" baseType="lpstr">
      <vt:lpstr>Rubik Mono One</vt:lpstr>
      <vt:lpstr>Arial</vt:lpstr>
      <vt:lpstr>Noto Sans Medium</vt:lpstr>
      <vt:lpstr>Noto Sans Bold</vt:lpstr>
      <vt:lpstr>Calibri</vt:lpstr>
      <vt:lpstr>Noto Sans</vt:lpstr>
      <vt:lpstr>Noto Sans SemiBold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Alexey</cp:lastModifiedBy>
  <cp:revision>2</cp:revision>
  <dcterms:created xsi:type="dcterms:W3CDTF">2026-10-08T12:59:29Z</dcterms:created>
  <dcterms:modified xsi:type="dcterms:W3CDTF">2026-10-08T13:08:34Z</dcterms:modified>
</cp:coreProperties>
</file>